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6" d="100"/>
          <a:sy n="116" d="100"/>
        </p:scale>
        <p:origin x="312" y="9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7909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5925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2438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7971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2816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506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1087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72567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0930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41925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4665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3462E-B443-A645-8F2E-46742655C29A}" type="datetimeFigureOut">
              <a:rPr lang="fr-FR" smtClean="0"/>
              <a:pPr/>
              <a:t>21/03/2014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70BB2-4B9C-2840-A308-A921FEEDF97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561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Mt3d_map.png"/>
          <p:cNvPicPr>
            <a:picLocks noChangeAspect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2858" y="1536700"/>
            <a:ext cx="6453842" cy="3308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22858" y="1505271"/>
            <a:ext cx="6474877" cy="3339821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22858" y="1505271"/>
            <a:ext cx="188132" cy="333982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 rot="16200000">
            <a:off x="210410" y="3078599"/>
            <a:ext cx="21948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smtClean="0">
                <a:latin typeface="Arial Rounded MT Bold" pitchFamily="34" charset="0"/>
              </a:rPr>
              <a:t>Wester</a:t>
            </a:r>
            <a:r>
              <a:rPr lang="fr-FR" sz="1100" dirty="0" smtClean="0">
                <a:latin typeface="Arial Rounded MT Bold" pitchFamily="34" charset="0"/>
              </a:rPr>
              <a:t>n </a:t>
            </a:r>
            <a:r>
              <a:rPr lang="fr-FR" sz="1100" dirty="0" err="1" smtClean="0">
                <a:latin typeface="Arial Rounded MT Bold" pitchFamily="34" charset="0"/>
              </a:rPr>
              <a:t>Boundary</a:t>
            </a:r>
            <a:r>
              <a:rPr lang="fr-FR" sz="1100" dirty="0" smtClean="0">
                <a:latin typeface="Arial Rounded MT Bold" pitchFamily="34" charset="0"/>
              </a:rPr>
              <a:t> (</a:t>
            </a:r>
            <a:r>
              <a:rPr lang="fr-FR" sz="1100" dirty="0" smtClean="0">
                <a:latin typeface="Arial Rounded MT Bold" pitchFamily="34" charset="0"/>
              </a:rPr>
              <a:t>h = 11 m)</a:t>
            </a:r>
            <a:endParaRPr lang="fr-FR" sz="1100" dirty="0">
              <a:latin typeface="Arial Rounded MT Bold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6143316" y="1610336"/>
            <a:ext cx="1448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River </a:t>
            </a:r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(h=10 m)</a:t>
            </a:r>
            <a:endParaRPr lang="fr-FR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4331093" y="4552763"/>
            <a:ext cx="63350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  <a:latin typeface="Arial Rounded MT Bold" pitchFamily="34" charset="0"/>
              </a:rPr>
              <a:t>2</a:t>
            </a:r>
            <a:r>
              <a:rPr lang="fr-FR" sz="1200" dirty="0" smtClean="0">
                <a:solidFill>
                  <a:srgbClr val="FF0000"/>
                </a:solidFill>
                <a:latin typeface="Arial Rounded MT Bold" pitchFamily="34" charset="0"/>
              </a:rPr>
              <a:t>50 m</a:t>
            </a:r>
            <a:endParaRPr lang="fr-FR" sz="1200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 rot="16200000">
            <a:off x="7203600" y="3160311"/>
            <a:ext cx="63350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rgbClr val="FF0000"/>
                </a:solidFill>
                <a:latin typeface="Arial Rounded MT Bold" pitchFamily="34" charset="0"/>
              </a:rPr>
              <a:t>120 m</a:t>
            </a:r>
            <a:endParaRPr lang="fr-FR" sz="1200" b="1" dirty="0">
              <a:solidFill>
                <a:srgbClr val="FF0000"/>
              </a:solidFill>
              <a:latin typeface="Arial Rounded MT Bold" pitchFamily="34" charset="0"/>
            </a:endParaRPr>
          </a:p>
        </p:txBody>
      </p:sp>
      <p:sp>
        <p:nvSpPr>
          <p:cNvPr id="11" name="Forme libre 10"/>
          <p:cNvSpPr/>
          <p:nvPr/>
        </p:nvSpPr>
        <p:spPr>
          <a:xfrm>
            <a:off x="2414361" y="1944309"/>
            <a:ext cx="533041" cy="486077"/>
          </a:xfrm>
          <a:custGeom>
            <a:avLst/>
            <a:gdLst>
              <a:gd name="connsiteX0" fmla="*/ 15678 w 721173"/>
              <a:gd name="connsiteY0" fmla="*/ 188159 h 486077"/>
              <a:gd name="connsiteX1" fmla="*/ 62711 w 721173"/>
              <a:gd name="connsiteY1" fmla="*/ 47039 h 486077"/>
              <a:gd name="connsiteX2" fmla="*/ 344909 w 721173"/>
              <a:gd name="connsiteY2" fmla="*/ 0 h 486077"/>
              <a:gd name="connsiteX3" fmla="*/ 721173 w 721173"/>
              <a:gd name="connsiteY3" fmla="*/ 344958 h 486077"/>
              <a:gd name="connsiteX4" fmla="*/ 486008 w 721173"/>
              <a:gd name="connsiteY4" fmla="*/ 360638 h 486077"/>
              <a:gd name="connsiteX5" fmla="*/ 486008 w 721173"/>
              <a:gd name="connsiteY5" fmla="*/ 360638 h 486077"/>
              <a:gd name="connsiteX6" fmla="*/ 266520 w 721173"/>
              <a:gd name="connsiteY6" fmla="*/ 486077 h 486077"/>
              <a:gd name="connsiteX7" fmla="*/ 0 w 721173"/>
              <a:gd name="connsiteY7" fmla="*/ 391997 h 486077"/>
              <a:gd name="connsiteX8" fmla="*/ 15678 w 721173"/>
              <a:gd name="connsiteY8" fmla="*/ 188159 h 486077"/>
              <a:gd name="connsiteX0" fmla="*/ 15678 w 533041"/>
              <a:gd name="connsiteY0" fmla="*/ 188159 h 486077"/>
              <a:gd name="connsiteX1" fmla="*/ 62711 w 533041"/>
              <a:gd name="connsiteY1" fmla="*/ 47039 h 486077"/>
              <a:gd name="connsiteX2" fmla="*/ 344909 w 533041"/>
              <a:gd name="connsiteY2" fmla="*/ 0 h 486077"/>
              <a:gd name="connsiteX3" fmla="*/ 533041 w 533041"/>
              <a:gd name="connsiteY3" fmla="*/ 188159 h 486077"/>
              <a:gd name="connsiteX4" fmla="*/ 486008 w 533041"/>
              <a:gd name="connsiteY4" fmla="*/ 360638 h 486077"/>
              <a:gd name="connsiteX5" fmla="*/ 486008 w 533041"/>
              <a:gd name="connsiteY5" fmla="*/ 360638 h 486077"/>
              <a:gd name="connsiteX6" fmla="*/ 266520 w 533041"/>
              <a:gd name="connsiteY6" fmla="*/ 486077 h 486077"/>
              <a:gd name="connsiteX7" fmla="*/ 0 w 533041"/>
              <a:gd name="connsiteY7" fmla="*/ 391997 h 486077"/>
              <a:gd name="connsiteX8" fmla="*/ 15678 w 533041"/>
              <a:gd name="connsiteY8" fmla="*/ 188159 h 486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041" h="486077">
                <a:moveTo>
                  <a:pt x="15678" y="188159"/>
                </a:moveTo>
                <a:lnTo>
                  <a:pt x="62711" y="47039"/>
                </a:lnTo>
                <a:lnTo>
                  <a:pt x="344909" y="0"/>
                </a:lnTo>
                <a:lnTo>
                  <a:pt x="533041" y="188159"/>
                </a:lnTo>
                <a:lnTo>
                  <a:pt x="486008" y="360638"/>
                </a:lnTo>
                <a:lnTo>
                  <a:pt x="486008" y="360638"/>
                </a:lnTo>
                <a:lnTo>
                  <a:pt x="266520" y="486077"/>
                </a:lnTo>
                <a:lnTo>
                  <a:pt x="0" y="391997"/>
                </a:lnTo>
                <a:lnTo>
                  <a:pt x="15678" y="188159"/>
                </a:lnTo>
                <a:close/>
              </a:path>
            </a:pathLst>
          </a:custGeom>
          <a:noFill/>
          <a:ln w="381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/>
          <p:cNvSpPr/>
          <p:nvPr/>
        </p:nvSpPr>
        <p:spPr>
          <a:xfrm>
            <a:off x="5204986" y="3888617"/>
            <a:ext cx="143374" cy="143374"/>
          </a:xfrm>
          <a:prstGeom prst="ellipse">
            <a:avLst/>
          </a:prstGeom>
          <a:noFill/>
          <a:ln w="381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2253987" y="4152931"/>
            <a:ext cx="1061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k</a:t>
            </a:r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 = </a:t>
            </a:r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10 m/d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2189909" y="1590486"/>
            <a:ext cx="137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S</a:t>
            </a:r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ource Zone</a:t>
            </a:r>
            <a:endParaRPr lang="fr-FR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204986" y="3615272"/>
            <a:ext cx="1493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Extraction </a:t>
            </a:r>
            <a:r>
              <a:rPr lang="fr-FR" sz="1400" dirty="0" err="1" smtClean="0">
                <a:solidFill>
                  <a:schemeClr val="bg1"/>
                </a:solidFill>
                <a:latin typeface="Arial Rounded MT Bold" pitchFamily="34" charset="0"/>
              </a:rPr>
              <a:t>Well</a:t>
            </a:r>
            <a:endParaRPr lang="fr-FR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5021810" y="4719808"/>
            <a:ext cx="2503896" cy="126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1425477" y="4712740"/>
            <a:ext cx="2872726" cy="70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7525706" y="1543278"/>
            <a:ext cx="13157" cy="13709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532284" y="3663351"/>
            <a:ext cx="0" cy="10033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4448106" y="1764113"/>
            <a:ext cx="2702634" cy="2722368"/>
          </a:xfrm>
          <a:custGeom>
            <a:avLst/>
            <a:gdLst>
              <a:gd name="connsiteX0" fmla="*/ 2571065 w 2702634"/>
              <a:gd name="connsiteY0" fmla="*/ 630431 h 2722368"/>
              <a:gd name="connsiteX1" fmla="*/ 2156625 w 2702634"/>
              <a:gd name="connsiteY1" fmla="*/ 406765 h 2722368"/>
              <a:gd name="connsiteX2" fmla="*/ 1071186 w 2702634"/>
              <a:gd name="connsiteY2" fmla="*/ 71265 h 2722368"/>
              <a:gd name="connsiteX3" fmla="*/ 169943 w 2702634"/>
              <a:gd name="connsiteY3" fmla="*/ 58109 h 2722368"/>
              <a:gd name="connsiteX4" fmla="*/ 77845 w 2702634"/>
              <a:gd name="connsiteY4" fmla="*/ 419922 h 2722368"/>
              <a:gd name="connsiteX5" fmla="*/ 637011 w 2702634"/>
              <a:gd name="connsiteY5" fmla="*/ 794891 h 2722368"/>
              <a:gd name="connsiteX6" fmla="*/ 1255382 w 2702634"/>
              <a:gd name="connsiteY6" fmla="*/ 1071185 h 2722368"/>
              <a:gd name="connsiteX7" fmla="*/ 1998743 w 2702634"/>
              <a:gd name="connsiteY7" fmla="*/ 1597458 h 2722368"/>
              <a:gd name="connsiteX8" fmla="*/ 2413183 w 2702634"/>
              <a:gd name="connsiteY8" fmla="*/ 2176359 h 2722368"/>
              <a:gd name="connsiteX9" fmla="*/ 2643428 w 2702634"/>
              <a:gd name="connsiteY9" fmla="*/ 2577642 h 2722368"/>
              <a:gd name="connsiteX10" fmla="*/ 2702634 w 2702634"/>
              <a:gd name="connsiteY10" fmla="*/ 2722368 h 2722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02634" h="2722368">
                <a:moveTo>
                  <a:pt x="2571065" y="630431"/>
                </a:moveTo>
                <a:cubicBezTo>
                  <a:pt x="2488835" y="565195"/>
                  <a:pt x="2406605" y="499959"/>
                  <a:pt x="2156625" y="406765"/>
                </a:cubicBezTo>
                <a:cubicBezTo>
                  <a:pt x="1906645" y="313571"/>
                  <a:pt x="1402300" y="129374"/>
                  <a:pt x="1071186" y="71265"/>
                </a:cubicBezTo>
                <a:cubicBezTo>
                  <a:pt x="740072" y="13156"/>
                  <a:pt x="335500" y="0"/>
                  <a:pt x="169943" y="58109"/>
                </a:cubicBezTo>
                <a:cubicBezTo>
                  <a:pt x="4386" y="116219"/>
                  <a:pt x="0" y="297125"/>
                  <a:pt x="77845" y="419922"/>
                </a:cubicBezTo>
                <a:cubicBezTo>
                  <a:pt x="155690" y="542719"/>
                  <a:pt x="440755" y="686347"/>
                  <a:pt x="637011" y="794891"/>
                </a:cubicBezTo>
                <a:cubicBezTo>
                  <a:pt x="833267" y="903435"/>
                  <a:pt x="1028427" y="937424"/>
                  <a:pt x="1255382" y="1071185"/>
                </a:cubicBezTo>
                <a:cubicBezTo>
                  <a:pt x="1482337" y="1204946"/>
                  <a:pt x="1805776" y="1413262"/>
                  <a:pt x="1998743" y="1597458"/>
                </a:cubicBezTo>
                <a:cubicBezTo>
                  <a:pt x="2191710" y="1781654"/>
                  <a:pt x="2305736" y="2012995"/>
                  <a:pt x="2413183" y="2176359"/>
                </a:cubicBezTo>
                <a:cubicBezTo>
                  <a:pt x="2520631" y="2339723"/>
                  <a:pt x="2595186" y="2486640"/>
                  <a:pt x="2643428" y="2577642"/>
                </a:cubicBezTo>
                <a:cubicBezTo>
                  <a:pt x="2691670" y="2668644"/>
                  <a:pt x="2697152" y="2695506"/>
                  <a:pt x="2702634" y="2722368"/>
                </a:cubicBezTo>
              </a:path>
            </a:pathLst>
          </a:custGeom>
          <a:solidFill>
            <a:srgbClr val="FFFFCC">
              <a:alpha val="47059"/>
            </a:srgbClr>
          </a:solidFill>
          <a:ln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ZoneTexte 7"/>
          <p:cNvSpPr txBox="1"/>
          <p:nvPr/>
        </p:nvSpPr>
        <p:spPr>
          <a:xfrm>
            <a:off x="4934070" y="2111370"/>
            <a:ext cx="1759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err="1" smtClean="0">
                <a:solidFill>
                  <a:schemeClr val="bg1"/>
                </a:solidFill>
                <a:latin typeface="Arial Rounded MT Bold" pitchFamily="34" charset="0"/>
              </a:rPr>
              <a:t>Old</a:t>
            </a:r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 River Channel</a:t>
            </a:r>
          </a:p>
          <a:p>
            <a:r>
              <a:rPr lang="fr-FR" sz="1400" dirty="0" smtClean="0">
                <a:solidFill>
                  <a:schemeClr val="bg1"/>
                </a:solidFill>
                <a:latin typeface="Arial Rounded MT Bold" pitchFamily="34" charset="0"/>
              </a:rPr>
              <a:t>	k = 25 m/d)</a:t>
            </a:r>
            <a:endParaRPr lang="fr-FR" sz="14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71804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</Words>
  <Application>Microsoft Office PowerPoint</Application>
  <PresentationFormat>On-screen Show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Thème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atteia</dc:creator>
  <cp:lastModifiedBy>Prommer, Henning (CLW, Floreat)</cp:lastModifiedBy>
  <cp:revision>4</cp:revision>
  <dcterms:created xsi:type="dcterms:W3CDTF">2014-03-20T15:12:26Z</dcterms:created>
  <dcterms:modified xsi:type="dcterms:W3CDTF">2014-03-21T12:15:09Z</dcterms:modified>
</cp:coreProperties>
</file>